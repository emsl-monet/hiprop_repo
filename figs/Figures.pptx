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60" r:id="rId2"/>
    <p:sldId id="293" r:id="rId3"/>
    <p:sldId id="30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9403720-2EA4-4C86-B320-D56135136C30}" v="7" dt="2026-02-07T19:09:55.111"/>
  </p1510:revLst>
</p1510:revInfo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5024" autoAdjust="0"/>
  </p:normalViewPr>
  <p:slideViewPr>
    <p:cSldViewPr snapToGrid="0">
      <p:cViewPr>
        <p:scale>
          <a:sx n="75" d="100"/>
          <a:sy n="75" d="100"/>
        </p:scale>
        <p:origin x="1836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krawal, Arjun" userId="1b69a048-c6a1-4e41-816d-1e92891910c1" providerId="ADAL" clId="{CCC3BBF2-12F1-464E-BA5E-AA5BA086ED71}"/>
    <pc:docChg chg="custSel addSld delSld modSld">
      <pc:chgData name="Chakrawal, Arjun" userId="1b69a048-c6a1-4e41-816d-1e92891910c1" providerId="ADAL" clId="{CCC3BBF2-12F1-464E-BA5E-AA5BA086ED71}" dt="2026-02-07T20:03:25.018" v="45" actId="47"/>
      <pc:docMkLst>
        <pc:docMk/>
      </pc:docMkLst>
      <pc:sldChg chg="del">
        <pc:chgData name="Chakrawal, Arjun" userId="1b69a048-c6a1-4e41-816d-1e92891910c1" providerId="ADAL" clId="{CCC3BBF2-12F1-464E-BA5E-AA5BA086ED71}" dt="2026-02-07T20:03:25.018" v="45" actId="47"/>
        <pc:sldMkLst>
          <pc:docMk/>
          <pc:sldMk cId="2091496340" sldId="299"/>
        </pc:sldMkLst>
      </pc:sldChg>
      <pc:sldChg chg="addSp delSp modSp add mod">
        <pc:chgData name="Chakrawal, Arjun" userId="1b69a048-c6a1-4e41-816d-1e92891910c1" providerId="ADAL" clId="{CCC3BBF2-12F1-464E-BA5E-AA5BA086ED71}" dt="2026-02-07T19:09:56.592" v="44" actId="21"/>
        <pc:sldMkLst>
          <pc:docMk/>
          <pc:sldMk cId="1333682676" sldId="300"/>
        </pc:sldMkLst>
        <pc:spChg chg="mod topLvl">
          <ac:chgData name="Chakrawal, Arjun" userId="1b69a048-c6a1-4e41-816d-1e92891910c1" providerId="ADAL" clId="{CCC3BBF2-12F1-464E-BA5E-AA5BA086ED71}" dt="2026-02-07T19:09:45.015" v="41" actId="164"/>
          <ac:spMkLst>
            <pc:docMk/>
            <pc:sldMk cId="1333682676" sldId="300"/>
            <ac:spMk id="2" creationId="{DA6E867A-F8FB-A328-79F4-A78837510CA0}"/>
          </ac:spMkLst>
        </pc:spChg>
        <pc:spChg chg="mod topLvl">
          <ac:chgData name="Chakrawal, Arjun" userId="1b69a048-c6a1-4e41-816d-1e92891910c1" providerId="ADAL" clId="{CCC3BBF2-12F1-464E-BA5E-AA5BA086ED71}" dt="2026-02-07T19:09:41.959" v="40" actId="1036"/>
          <ac:spMkLst>
            <pc:docMk/>
            <pc:sldMk cId="1333682676" sldId="300"/>
            <ac:spMk id="22" creationId="{D08B6605-DE80-537C-6C16-A423B3CD9F31}"/>
          </ac:spMkLst>
        </pc:spChg>
        <pc:spChg chg="mod topLvl">
          <ac:chgData name="Chakrawal, Arjun" userId="1b69a048-c6a1-4e41-816d-1e92891910c1" providerId="ADAL" clId="{CCC3BBF2-12F1-464E-BA5E-AA5BA086ED71}" dt="2026-02-07T19:09:41.959" v="40" actId="1036"/>
          <ac:spMkLst>
            <pc:docMk/>
            <pc:sldMk cId="1333682676" sldId="300"/>
            <ac:spMk id="23" creationId="{0EDA72DF-FC57-3EDD-763F-2B7F799B270A}"/>
          </ac:spMkLst>
        </pc:spChg>
        <pc:grpChg chg="del">
          <ac:chgData name="Chakrawal, Arjun" userId="1b69a048-c6a1-4e41-816d-1e92891910c1" providerId="ADAL" clId="{CCC3BBF2-12F1-464E-BA5E-AA5BA086ED71}" dt="2026-02-07T19:06:12.887" v="1" actId="165"/>
          <ac:grpSpMkLst>
            <pc:docMk/>
            <pc:sldMk cId="1333682676" sldId="300"/>
            <ac:grpSpMk id="3" creationId="{8E86AB21-2CD1-64A9-7CCD-BF5FDBF81DC0}"/>
          </ac:grpSpMkLst>
        </pc:grpChg>
        <pc:grpChg chg="add mod">
          <ac:chgData name="Chakrawal, Arjun" userId="1b69a048-c6a1-4e41-816d-1e92891910c1" providerId="ADAL" clId="{CCC3BBF2-12F1-464E-BA5E-AA5BA086ED71}" dt="2026-02-07T19:09:45.015" v="41" actId="164"/>
          <ac:grpSpMkLst>
            <pc:docMk/>
            <pc:sldMk cId="1333682676" sldId="300"/>
            <ac:grpSpMk id="8" creationId="{63BEB87E-F0A5-D476-4EB3-5DCF622C3D0F}"/>
          </ac:grpSpMkLst>
        </pc:grpChg>
        <pc:grpChg chg="add mod">
          <ac:chgData name="Chakrawal, Arjun" userId="1b69a048-c6a1-4e41-816d-1e92891910c1" providerId="ADAL" clId="{CCC3BBF2-12F1-464E-BA5E-AA5BA086ED71}" dt="2026-02-07T19:09:51.660" v="42" actId="1076"/>
          <ac:grpSpMkLst>
            <pc:docMk/>
            <pc:sldMk cId="1333682676" sldId="300"/>
            <ac:grpSpMk id="9" creationId="{C975CA6B-C298-BE01-B684-2A6FDF3CF6D4}"/>
          </ac:grpSpMkLst>
        </pc:grpChg>
        <pc:grpChg chg="del mod topLvl">
          <ac:chgData name="Chakrawal, Arjun" userId="1b69a048-c6a1-4e41-816d-1e92891910c1" providerId="ADAL" clId="{CCC3BBF2-12F1-464E-BA5E-AA5BA086ED71}" dt="2026-02-07T19:06:14.841" v="2" actId="165"/>
          <ac:grpSpMkLst>
            <pc:docMk/>
            <pc:sldMk cId="1333682676" sldId="300"/>
            <ac:grpSpMk id="14" creationId="{79A2CA92-45F4-928D-7FB3-230645E48DB7}"/>
          </ac:grpSpMkLst>
        </pc:grpChg>
        <pc:picChg chg="add mod">
          <ac:chgData name="Chakrawal, Arjun" userId="1b69a048-c6a1-4e41-816d-1e92891910c1" providerId="ADAL" clId="{CCC3BBF2-12F1-464E-BA5E-AA5BA086ED71}" dt="2026-02-07T19:09:16.952" v="21" actId="164"/>
          <ac:picMkLst>
            <pc:docMk/>
            <pc:sldMk cId="1333682676" sldId="300"/>
            <ac:picMk id="5" creationId="{FBA505B5-A3A2-FDFB-713D-CF7018633016}"/>
          </ac:picMkLst>
        </pc:picChg>
        <pc:picChg chg="add mod">
          <ac:chgData name="Chakrawal, Arjun" userId="1b69a048-c6a1-4e41-816d-1e92891910c1" providerId="ADAL" clId="{CCC3BBF2-12F1-464E-BA5E-AA5BA086ED71}" dt="2026-02-07T19:09:16.952" v="21" actId="164"/>
          <ac:picMkLst>
            <pc:docMk/>
            <pc:sldMk cId="1333682676" sldId="300"/>
            <ac:picMk id="7" creationId="{C375B2CA-4361-AFB7-88D2-D35FC618044D}"/>
          </ac:picMkLst>
        </pc:picChg>
        <pc:picChg chg="add del">
          <ac:chgData name="Chakrawal, Arjun" userId="1b69a048-c6a1-4e41-816d-1e92891910c1" providerId="ADAL" clId="{CCC3BBF2-12F1-464E-BA5E-AA5BA086ED71}" dt="2026-02-07T19:09:56.592" v="44" actId="21"/>
          <ac:picMkLst>
            <pc:docMk/>
            <pc:sldMk cId="1333682676" sldId="300"/>
            <ac:picMk id="10" creationId="{3132298E-65C8-9899-DC57-55CD4FEA6039}"/>
          </ac:picMkLst>
        </pc:picChg>
        <pc:picChg chg="del mod topLvl">
          <ac:chgData name="Chakrawal, Arjun" userId="1b69a048-c6a1-4e41-816d-1e92891910c1" providerId="ADAL" clId="{CCC3BBF2-12F1-464E-BA5E-AA5BA086ED71}" dt="2026-02-07T19:08:51.529" v="17" actId="478"/>
          <ac:picMkLst>
            <pc:docMk/>
            <pc:sldMk cId="1333682676" sldId="300"/>
            <ac:picMk id="13" creationId="{DCDFF630-DEB4-906F-2742-62C921EB4DDA}"/>
          </ac:picMkLst>
        </pc:picChg>
        <pc:picChg chg="del mod topLvl">
          <ac:chgData name="Chakrawal, Arjun" userId="1b69a048-c6a1-4e41-816d-1e92891910c1" providerId="ADAL" clId="{CCC3BBF2-12F1-464E-BA5E-AA5BA086ED71}" dt="2026-02-07T19:08:51.529" v="17" actId="478"/>
          <ac:picMkLst>
            <pc:docMk/>
            <pc:sldMk cId="1333682676" sldId="300"/>
            <ac:picMk id="20" creationId="{D85E7F4C-DB31-41C6-6429-44CF5889295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39AE16-C143-4EB9-8D6B-9821D100C485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F5FBB0-3229-450A-824B-B8FDBE283F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43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CF104-C735-3AE7-FD54-730431CB4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F962BE-7BC6-49BA-50E9-71DD19429B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67DD5-6588-11A8-2D7F-A96BDD0EE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A39B6C-548E-C60D-059D-D42AFFF01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F5CDB-FA48-2C26-A530-EFBDC7809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655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6CCE-6F91-73E6-0ACB-9E3460C41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3122E5-79AC-38F3-9C09-3D87C28A6A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2AFB7-102D-0BE5-4324-BDCF31465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77244A-D1E3-7FDA-867D-71013464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DBE2E-2990-EA93-5CBE-F4769B0E1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976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3FB9F-9792-0826-A829-E66B3FF1C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A83B8-3E9B-85F1-0E39-9FB78C8E5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1BCD2A-6B0A-5DB5-6B69-E43F246C7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89557-6295-7674-0908-7884FCA1B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584FC-E924-A7D2-B088-9B4A05C19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765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F9713-D0B6-CD21-71DB-EDDE65BC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114B36-EF0D-19C3-D04D-0DE3528E8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ED27C-0BFB-2639-189A-74A280BEBF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8FBC0-C347-AF84-0777-60FE373C8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B4079-F762-4DF7-677C-C2B2CB7C6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324843-55B7-2231-00DE-124213FC6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687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CCE8E-D664-3BBA-7593-9142A1679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CE3CFB-5F84-DD22-4F7B-48211B228D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6087D4-B385-A4A0-4EEB-525602EB40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A406A3-8CDB-1F4B-1CBF-232F4F5D56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283FD8-51CA-B9A1-6867-1B9E4A7B2E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14CF9B-E5D9-B042-D4F7-580A66F8A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525C9F-F215-DF42-F685-AC0C2A53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ED8671-13BC-D6FA-9B76-DB0970AC9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53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AC843-6938-95BC-74BE-DB3F3BC52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7D7431-000E-2114-9B2F-A213C08E6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9A5B48-960E-A90F-B266-DB66F528E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B2073F-FAF5-C475-02EF-C61B409EE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263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BDDC3F-DD1A-F119-A765-547CA9C86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B764BB-2236-AE03-198A-72F617C15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E2637-93AC-654E-FEAB-3F6CAE894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661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131B-8060-A231-0767-ED69606A23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32AD3-BEE6-3612-6ABB-14B50479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50E9F5-A639-DC94-7DDB-065746213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CD003C-F217-2275-2A41-3393B3188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8E66C-0A38-E645-8DC0-07C0100C1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A0DEF1-9B59-85F7-DF4A-7D83B8FFB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625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3DA06-0862-D626-9C23-84BBC89BE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2D6E89-80CF-0F2E-A811-BAB0DD3F5C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24334-0E53-3822-D615-4A293B2274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F7BF95-7843-1CF0-F1D9-F344462F8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347E41-52C3-FE69-1AE7-F5D1BE271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CBC879-C7EB-5736-0D66-01C1C6884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456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A19396-BD95-D226-0082-27EF218AA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0CE96E-76FD-B250-686B-F3BBAFD9B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A2F31C-839A-252F-CE3E-38CD82F74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43F64B-06C1-D560-1F28-50B5A2CE8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BE4D51-26CB-8853-C97C-96B6BF50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819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AC35AC-F2F9-6175-EEEF-E59C41A485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205B9A-B0A2-E73C-D064-11F43606E4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987E7A-6043-4FBB-8A8B-4D5C0E8CF9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A0A38-1234-A8CD-B54B-8D25B2CD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376E4-E409-BDEF-A53B-FFCDE96B1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632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9F7971-F7B3-656F-247D-4A22E66A9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219616-57E6-A4FC-E728-3BEB7F8EE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9175BD-A1AE-BCAD-B053-430210B362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46C64-95C7-4F2E-97D5-F6C67B583607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C91208-22F6-ABB0-84D1-F5FEE285B8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92D51B-6C0D-E2A9-97CA-532F526B6D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F98AE-F364-4E5C-9C55-5A31C4DA5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867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1EF865AC-4B22-21EA-10A4-F011775767EA}"/>
              </a:ext>
            </a:extLst>
          </p:cNvPr>
          <p:cNvCxnSpPr>
            <a:cxnSpLocks/>
            <a:stCxn id="25" idx="0"/>
            <a:endCxn id="33" idx="0"/>
          </p:cNvCxnSpPr>
          <p:nvPr/>
        </p:nvCxnSpPr>
        <p:spPr>
          <a:xfrm rot="5400000" flipH="1" flipV="1">
            <a:off x="5354451" y="209047"/>
            <a:ext cx="141192" cy="5689913"/>
          </a:xfrm>
          <a:prstGeom prst="curvedConnector3">
            <a:avLst>
              <a:gd name="adj1" fmla="val 621701"/>
            </a:avLst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A picture containing shape&#10;&#10;AI-generated content may be incorrect.">
            <a:extLst>
              <a:ext uri="{FF2B5EF4-FFF2-40B4-BE49-F238E27FC236}">
                <a16:creationId xmlns:a16="http://schemas.microsoft.com/office/drawing/2014/main" id="{3EA2384E-92CA-F482-0F96-0DEA345EE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2407" y="1729118"/>
            <a:ext cx="1305835" cy="1305835"/>
          </a:xfrm>
          <a:prstGeom prst="rect">
            <a:avLst/>
          </a:prstGeom>
        </p:spPr>
      </p:pic>
      <p:sp>
        <p:nvSpPr>
          <p:cNvPr id="23" name="Flowchart: Document 22">
            <a:extLst>
              <a:ext uri="{FF2B5EF4-FFF2-40B4-BE49-F238E27FC236}">
                <a16:creationId xmlns:a16="http://schemas.microsoft.com/office/drawing/2014/main" id="{35E6533C-B31C-0333-CC85-A3821E757419}"/>
              </a:ext>
            </a:extLst>
          </p:cNvPr>
          <p:cNvSpPr/>
          <p:nvPr/>
        </p:nvSpPr>
        <p:spPr>
          <a:xfrm>
            <a:off x="4686262" y="3113069"/>
            <a:ext cx="1685140" cy="693177"/>
          </a:xfrm>
          <a:prstGeom prst="flowChart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Soil hydraulic properties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567074C5-8FF2-12FF-8FAC-BDF01A485C97}"/>
              </a:ext>
            </a:extLst>
          </p:cNvPr>
          <p:cNvCxnSpPr>
            <a:cxnSpLocks/>
            <a:stCxn id="23" idx="3"/>
            <a:endCxn id="33" idx="1"/>
          </p:cNvCxnSpPr>
          <p:nvPr/>
        </p:nvCxnSpPr>
        <p:spPr>
          <a:xfrm flipV="1">
            <a:off x="6371402" y="3459657"/>
            <a:ext cx="746077" cy="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356E782-777C-5B01-6794-9F43D574FC30}"/>
              </a:ext>
            </a:extLst>
          </p:cNvPr>
          <p:cNvSpPr/>
          <p:nvPr/>
        </p:nvSpPr>
        <p:spPr>
          <a:xfrm>
            <a:off x="1279291" y="3124599"/>
            <a:ext cx="2601599" cy="694679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Soil moisture dynamics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3AFD54B-89A9-ED69-F79E-8E211FECF2CD}"/>
              </a:ext>
            </a:extLst>
          </p:cNvPr>
          <p:cNvCxnSpPr>
            <a:cxnSpLocks/>
            <a:stCxn id="25" idx="3"/>
            <a:endCxn id="23" idx="1"/>
          </p:cNvCxnSpPr>
          <p:nvPr/>
        </p:nvCxnSpPr>
        <p:spPr>
          <a:xfrm flipV="1">
            <a:off x="3880890" y="3459658"/>
            <a:ext cx="805372" cy="122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EFD9C9D-0406-6D80-4F45-EB668B2F7802}"/>
              </a:ext>
            </a:extLst>
          </p:cNvPr>
          <p:cNvCxnSpPr>
            <a:cxnSpLocks/>
          </p:cNvCxnSpPr>
          <p:nvPr/>
        </p:nvCxnSpPr>
        <p:spPr>
          <a:xfrm flipV="1">
            <a:off x="2380475" y="2324254"/>
            <a:ext cx="0" cy="7749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8BB68BC-1B60-936B-3DFB-3EE3C7F9A367}"/>
              </a:ext>
            </a:extLst>
          </p:cNvPr>
          <p:cNvCxnSpPr>
            <a:cxnSpLocks/>
          </p:cNvCxnSpPr>
          <p:nvPr/>
        </p:nvCxnSpPr>
        <p:spPr>
          <a:xfrm>
            <a:off x="1614928" y="2328014"/>
            <a:ext cx="0" cy="8049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5F3D2F87-E5FD-3ADD-06E3-DA55D05C5615}"/>
              </a:ext>
            </a:extLst>
          </p:cNvPr>
          <p:cNvSpPr txBox="1"/>
          <p:nvPr/>
        </p:nvSpPr>
        <p:spPr>
          <a:xfrm>
            <a:off x="1146626" y="1984082"/>
            <a:ext cx="936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Rainfall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A025EA-1291-6C58-B49D-0C819E9E3227}"/>
              </a:ext>
            </a:extLst>
          </p:cNvPr>
          <p:cNvSpPr txBox="1"/>
          <p:nvPr/>
        </p:nvSpPr>
        <p:spPr>
          <a:xfrm>
            <a:off x="2168718" y="1980322"/>
            <a:ext cx="4235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ET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02DEEE0-4AF1-8896-80DC-19BA88D64A04}"/>
              </a:ext>
            </a:extLst>
          </p:cNvPr>
          <p:cNvCxnSpPr>
            <a:cxnSpLocks/>
          </p:cNvCxnSpPr>
          <p:nvPr/>
        </p:nvCxnSpPr>
        <p:spPr>
          <a:xfrm flipH="1">
            <a:off x="508087" y="3009313"/>
            <a:ext cx="792645" cy="133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14E82596-97F3-7CEB-DA5A-FFDCFDD5C053}"/>
              </a:ext>
            </a:extLst>
          </p:cNvPr>
          <p:cNvSpPr txBox="1"/>
          <p:nvPr/>
        </p:nvSpPr>
        <p:spPr>
          <a:xfrm>
            <a:off x="536860" y="2564667"/>
            <a:ext cx="1034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Runoff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DAD43A2-D264-6E32-E2B2-817F3A281CBA}"/>
              </a:ext>
            </a:extLst>
          </p:cNvPr>
          <p:cNvSpPr/>
          <p:nvPr/>
        </p:nvSpPr>
        <p:spPr>
          <a:xfrm>
            <a:off x="7117479" y="2983407"/>
            <a:ext cx="2305050" cy="952500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Millennial model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812C4F-14E7-BBF9-B582-997102CFF301}"/>
              </a:ext>
            </a:extLst>
          </p:cNvPr>
          <p:cNvSpPr txBox="1"/>
          <p:nvPr/>
        </p:nvSpPr>
        <p:spPr>
          <a:xfrm>
            <a:off x="7012704" y="4174774"/>
            <a:ext cx="2514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With moisture modifier from Yan et al. (2018)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F6F9BC-92BC-BADB-8BAD-37E72E992E92}"/>
                  </a:ext>
                </a:extLst>
              </p:cNvPr>
              <p:cNvSpPr txBox="1"/>
              <p:nvPr/>
            </p:nvSpPr>
            <p:spPr>
              <a:xfrm>
                <a:off x="1111303" y="3831147"/>
                <a:ext cx="3190104" cy="501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rain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ET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Runoff</m:t>
                      </m:r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−</m:t>
                      </m:r>
                      <m:r>
                        <m:rPr>
                          <m:sty m:val="p"/>
                        </m:rPr>
                        <a:rPr lang="en-US" sz="1400" b="0" i="0" smtClean="0">
                          <a:latin typeface="Cambria Math" panose="02040503050406030204" pitchFamily="18" charset="0"/>
                        </a:rPr>
                        <m:t>leakage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CF6F9BC-92BC-BADB-8BAD-37E72E992E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1303" y="3831147"/>
                <a:ext cx="3190104" cy="501356"/>
              </a:xfrm>
              <a:prstGeom prst="rect">
                <a:avLst/>
              </a:prstGeom>
              <a:blipFill>
                <a:blip r:embed="rId3"/>
                <a:stretch>
                  <a:fillRect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43180FB5-07D9-AEEE-D739-09CBA8F70DF0}"/>
              </a:ext>
            </a:extLst>
          </p:cNvPr>
          <p:cNvSpPr txBox="1"/>
          <p:nvPr/>
        </p:nvSpPr>
        <p:spPr>
          <a:xfrm>
            <a:off x="4551694" y="3913164"/>
            <a:ext cx="21208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Texture: </a:t>
            </a:r>
          </a:p>
          <a:p>
            <a:pPr algn="ctr"/>
            <a:r>
              <a:rPr lang="en-US" sz="1400" dirty="0"/>
              <a:t>Loam, Sandy Loam, Silt Loam, Silty Clay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B504AC-BEB2-0171-2809-E36D29A33E2A}"/>
              </a:ext>
            </a:extLst>
          </p:cNvPr>
          <p:cNvSpPr txBox="1"/>
          <p:nvPr/>
        </p:nvSpPr>
        <p:spPr>
          <a:xfrm>
            <a:off x="9884168" y="2859492"/>
            <a:ext cx="20699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Annual Respiration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Total SOC at steady-state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69F04D-52C5-CFA7-0B93-FAAD0AEEA6CD}"/>
              </a:ext>
            </a:extLst>
          </p:cNvPr>
          <p:cNvCxnSpPr>
            <a:stCxn id="33" idx="3"/>
            <a:endCxn id="62" idx="1"/>
          </p:cNvCxnSpPr>
          <p:nvPr/>
        </p:nvCxnSpPr>
        <p:spPr>
          <a:xfrm>
            <a:off x="9422529" y="3459657"/>
            <a:ext cx="46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B10E191C-1CFE-C9D5-BE91-0B6205F15F69}"/>
              </a:ext>
            </a:extLst>
          </p:cNvPr>
          <p:cNvSpPr txBox="1"/>
          <p:nvPr/>
        </p:nvSpPr>
        <p:spPr>
          <a:xfrm>
            <a:off x="10112768" y="2349654"/>
            <a:ext cx="1127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Simulate</a:t>
            </a:r>
          </a:p>
        </p:txBody>
      </p:sp>
    </p:spTree>
    <p:extLst>
      <p:ext uri="{BB962C8B-B14F-4D97-AF65-F5344CB8AC3E}">
        <p14:creationId xmlns:p14="http://schemas.microsoft.com/office/powerpoint/2010/main" val="3322854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321FD-7E2F-8EFA-6C19-A6238A5DD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8D0649E-BD2C-7587-A43E-7289DA85C0C1}"/>
              </a:ext>
            </a:extLst>
          </p:cNvPr>
          <p:cNvGrpSpPr/>
          <p:nvPr/>
        </p:nvGrpSpPr>
        <p:grpSpPr>
          <a:xfrm>
            <a:off x="1533701" y="511776"/>
            <a:ext cx="9623883" cy="4838967"/>
            <a:chOff x="1533701" y="511776"/>
            <a:chExt cx="9623883" cy="483896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A655744-F453-7B31-A2F8-4C7020314CCC}"/>
                </a:ext>
              </a:extLst>
            </p:cNvPr>
            <p:cNvSpPr/>
            <p:nvPr/>
          </p:nvSpPr>
          <p:spPr>
            <a:xfrm>
              <a:off x="1533702" y="511776"/>
              <a:ext cx="9623882" cy="483896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2D7174E-4ECC-3514-6929-2BC063FB2194}"/>
                </a:ext>
              </a:extLst>
            </p:cNvPr>
            <p:cNvGrpSpPr/>
            <p:nvPr/>
          </p:nvGrpSpPr>
          <p:grpSpPr>
            <a:xfrm>
              <a:off x="1533701" y="511776"/>
              <a:ext cx="9623882" cy="4838967"/>
              <a:chOff x="1482901" y="511776"/>
              <a:chExt cx="9623882" cy="4838967"/>
            </a:xfrm>
          </p:grpSpPr>
          <p:pic>
            <p:nvPicPr>
              <p:cNvPr id="8" name="Graphic 7">
                <a:extLst>
                  <a:ext uri="{FF2B5EF4-FFF2-40B4-BE49-F238E27FC236}">
                    <a16:creationId xmlns:a16="http://schemas.microsoft.com/office/drawing/2014/main" id="{929BE9B2-B37E-741F-FD45-EA5AF5E985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77911" y="554074"/>
                <a:ext cx="5528872" cy="4796669"/>
              </a:xfrm>
              <a:prstGeom prst="rect">
                <a:avLst/>
              </a:prstGeom>
            </p:spPr>
          </p:pic>
          <p:pic>
            <p:nvPicPr>
              <p:cNvPr id="3" name="Picture 2" descr="Diagram&#10;&#10;AI-generated content may be incorrect.">
                <a:extLst>
                  <a:ext uri="{FF2B5EF4-FFF2-40B4-BE49-F238E27FC236}">
                    <a16:creationId xmlns:a16="http://schemas.microsoft.com/office/drawing/2014/main" id="{C94BACF9-8555-D8E0-8540-021E4CDBEE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541396" y="2479904"/>
                <a:ext cx="2898181" cy="2870839"/>
              </a:xfrm>
              <a:prstGeom prst="rect">
                <a:avLst/>
              </a:prstGeom>
            </p:spPr>
          </p:pic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0937EF34-D20E-7711-E1F9-09E7D833FF09}"/>
                  </a:ext>
                </a:extLst>
              </p:cNvPr>
              <p:cNvGrpSpPr/>
              <p:nvPr/>
            </p:nvGrpSpPr>
            <p:grpSpPr>
              <a:xfrm>
                <a:off x="1482901" y="665663"/>
                <a:ext cx="3416938" cy="1600151"/>
                <a:chOff x="1326243" y="865020"/>
                <a:chExt cx="3416938" cy="1600151"/>
              </a:xfrm>
            </p:grpSpPr>
            <p:pic>
              <p:nvPicPr>
                <p:cNvPr id="17" name="Graphic 16">
                  <a:extLst>
                    <a:ext uri="{FF2B5EF4-FFF2-40B4-BE49-F238E27FC236}">
                      <a16:creationId xmlns:a16="http://schemas.microsoft.com/office/drawing/2014/main" id="{834F7591-9054-50A6-158C-A63F11D769C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326243" y="1047858"/>
                  <a:ext cx="879992" cy="885178"/>
                </a:xfrm>
                <a:prstGeom prst="rect">
                  <a:avLst/>
                </a:prstGeom>
              </p:spPr>
            </p:pic>
            <p:pic>
              <p:nvPicPr>
                <p:cNvPr id="15" name="Graphic 14">
                  <a:extLst>
                    <a:ext uri="{FF2B5EF4-FFF2-40B4-BE49-F238E27FC236}">
                      <a16:creationId xmlns:a16="http://schemas.microsoft.com/office/drawing/2014/main" id="{FAF6BB45-5836-B269-F317-0A833DE310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t="7011"/>
                <a:stretch/>
              </p:blipFill>
              <p:spPr>
                <a:xfrm>
                  <a:off x="1935272" y="865020"/>
                  <a:ext cx="2807909" cy="1600151"/>
                </a:xfrm>
                <a:prstGeom prst="rect">
                  <a:avLst/>
                </a:prstGeom>
              </p:spPr>
            </p:pic>
          </p:grpSp>
          <p:pic>
            <p:nvPicPr>
              <p:cNvPr id="13" name="Graphic 12">
                <a:extLst>
                  <a:ext uri="{FF2B5EF4-FFF2-40B4-BE49-F238E27FC236}">
                    <a16:creationId xmlns:a16="http://schemas.microsoft.com/office/drawing/2014/main" id="{DBFC78EB-FFEB-495F-E5D3-6EF900F948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4508008" y="3723961"/>
                <a:ext cx="726459" cy="1225553"/>
              </a:xfrm>
              <a:prstGeom prst="rect">
                <a:avLst/>
              </a:prstGeom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E68A767-C716-AF7E-C3D0-3EDE6DCFA87B}"/>
                  </a:ext>
                </a:extLst>
              </p:cNvPr>
              <p:cNvSpPr txBox="1"/>
              <p:nvPr/>
            </p:nvSpPr>
            <p:spPr>
              <a:xfrm>
                <a:off x="1482901" y="511776"/>
                <a:ext cx="40107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/>
                  <a:t>(A)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AECA185-F739-F68A-905F-EDD9E9DEC2E8}"/>
                  </a:ext>
                </a:extLst>
              </p:cNvPr>
              <p:cNvSpPr txBox="1"/>
              <p:nvPr/>
            </p:nvSpPr>
            <p:spPr>
              <a:xfrm>
                <a:off x="1482901" y="2805991"/>
                <a:ext cx="3994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/>
                  <a:t>(B)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E174E746-7D15-EB03-F621-6F1262B1D301}"/>
                  </a:ext>
                </a:extLst>
              </p:cNvPr>
              <p:cNvSpPr txBox="1"/>
              <p:nvPr/>
            </p:nvSpPr>
            <p:spPr>
              <a:xfrm>
                <a:off x="5413635" y="511776"/>
                <a:ext cx="41549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/>
                  <a:t>(C)</a:t>
                </a:r>
              </a:p>
            </p:txBody>
          </p:sp>
          <p:pic>
            <p:nvPicPr>
              <p:cNvPr id="41" name="Graphic 40">
                <a:extLst>
                  <a:ext uri="{FF2B5EF4-FFF2-40B4-BE49-F238E27FC236}">
                    <a16:creationId xmlns:a16="http://schemas.microsoft.com/office/drawing/2014/main" id="{D8E86162-1F59-10B8-84F4-406811224D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3906843" y="2117286"/>
                <a:ext cx="1298835" cy="149775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794856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E0044-0555-E481-1876-DD628074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975CA6B-C298-BE01-B684-2A6FDF3CF6D4}"/>
              </a:ext>
            </a:extLst>
          </p:cNvPr>
          <p:cNvGrpSpPr/>
          <p:nvPr/>
        </p:nvGrpSpPr>
        <p:grpSpPr>
          <a:xfrm>
            <a:off x="-1098200" y="277813"/>
            <a:ext cx="13858875" cy="4633586"/>
            <a:chOff x="-475900" y="-547687"/>
            <a:chExt cx="13858875" cy="463358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A6E867A-F8FB-A328-79F4-A78837510CA0}"/>
                </a:ext>
              </a:extLst>
            </p:cNvPr>
            <p:cNvSpPr/>
            <p:nvPr/>
          </p:nvSpPr>
          <p:spPr>
            <a:xfrm>
              <a:off x="-475900" y="-546099"/>
              <a:ext cx="13858875" cy="463199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63BEB87E-F0A5-D476-4EB3-5DCF622C3D0F}"/>
                </a:ext>
              </a:extLst>
            </p:cNvPr>
            <p:cNvGrpSpPr/>
            <p:nvPr/>
          </p:nvGrpSpPr>
          <p:grpSpPr>
            <a:xfrm>
              <a:off x="-475900" y="-547687"/>
              <a:ext cx="13813536" cy="4440663"/>
              <a:chOff x="-475900" y="-495300"/>
              <a:chExt cx="13813536" cy="4440663"/>
            </a:xfrm>
          </p:grpSpPr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D08B6605-DE80-537C-6C16-A423B3CD9F31}"/>
                  </a:ext>
                </a:extLst>
              </p:cNvPr>
              <p:cNvSpPr txBox="1"/>
              <p:nvPr/>
            </p:nvSpPr>
            <p:spPr>
              <a:xfrm>
                <a:off x="2617167" y="-495300"/>
                <a:ext cx="60785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(A)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EDA72DF-FC57-3EDD-763F-2B7F799B270A}"/>
                  </a:ext>
                </a:extLst>
              </p:cNvPr>
              <p:cNvSpPr txBox="1"/>
              <p:nvPr/>
            </p:nvSpPr>
            <p:spPr>
              <a:xfrm>
                <a:off x="9629734" y="-495300"/>
                <a:ext cx="6126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/>
                  <a:t>(B)</a:t>
                </a:r>
              </a:p>
            </p:txBody>
          </p:sp>
          <p:pic>
            <p:nvPicPr>
              <p:cNvPr id="5" name="Picture 4" descr="Chart, scatter chart&#10;&#10;AI-generated content may be incorrect.">
                <a:extLst>
                  <a:ext uri="{FF2B5EF4-FFF2-40B4-BE49-F238E27FC236}">
                    <a16:creationId xmlns:a16="http://schemas.microsoft.com/office/drawing/2014/main" id="{FBA505B5-A3A2-FDFB-713D-CF70186330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475900" y="0"/>
                <a:ext cx="6793992" cy="3945363"/>
              </a:xfrm>
              <a:prstGeom prst="rect">
                <a:avLst/>
              </a:prstGeom>
            </p:spPr>
          </p:pic>
          <p:pic>
            <p:nvPicPr>
              <p:cNvPr id="7" name="Picture 6" descr="Chart, bar chart&#10;&#10;AI-generated content may be incorrect.">
                <a:extLst>
                  <a:ext uri="{FF2B5EF4-FFF2-40B4-BE49-F238E27FC236}">
                    <a16:creationId xmlns:a16="http://schemas.microsoft.com/office/drawing/2014/main" id="{C375B2CA-4361-AFB7-88D2-D35FC61804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34500" y="12749"/>
                <a:ext cx="6803136" cy="3932614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33682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6083</TotalTime>
  <Words>66</Words>
  <Application>Microsoft Office PowerPoint</Application>
  <PresentationFormat>Widescreen</PresentationFormat>
  <Paragraphs>18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Chakrawal, Arjun</dc:creator>
  <cp:lastModifiedBy>Chakrawal, Arjun</cp:lastModifiedBy>
  <cp:revision>133</cp:revision>
  <dcterms:created xsi:type="dcterms:W3CDTF">2025-02-12T11:13:02Z</dcterms:created>
  <dcterms:modified xsi:type="dcterms:W3CDTF">2026-02-07T20:03:26Z</dcterms:modified>
</cp:coreProperties>
</file>